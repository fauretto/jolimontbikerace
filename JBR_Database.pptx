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797675" cy="99282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1C40-E51E-4B27-999F-185BF2609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454C9F-A941-4E48-921D-D49D1DAB2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DA74-2DB2-411A-A29A-9F06547E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AD64-850D-4C4C-8AB7-EB8F5B120EA6}" type="datetimeFigureOut">
              <a:rPr lang="fr-CH" smtClean="0"/>
              <a:t>11.01.2019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BE2F3-575E-430B-876D-2282F206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19D52-C1C8-43B8-8AFD-E2B410ED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C68B-4983-46C5-820C-46856E2EA36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02092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C3BB-9764-47E7-B5DC-625519EA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1462E-4846-4EEA-9B23-27FF49061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B4E3E-5BEF-40A6-B493-3E133556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AD64-850D-4C4C-8AB7-EB8F5B120EA6}" type="datetimeFigureOut">
              <a:rPr lang="fr-CH" smtClean="0"/>
              <a:t>11.01.2019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F5727-17A4-4DF9-A1BE-0877CBD26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F7262-14CB-4B52-AF06-0CA384A2D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C68B-4983-46C5-820C-46856E2EA36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1100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D94D-4F55-428A-A0C9-36900187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F8DF8-5C73-4C6B-AE33-113803DFC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67713-A47D-47A4-A44D-5EEBA0B92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AD64-850D-4C4C-8AB7-EB8F5B120EA6}" type="datetimeFigureOut">
              <a:rPr lang="fr-CH" smtClean="0"/>
              <a:t>11.01.2019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F7C73-5B6C-428C-8A43-3FBE66DB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B1B12-CAF9-4CE6-92E5-60C8298D3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C68B-4983-46C5-820C-46856E2EA36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70220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654C-6907-46C2-8C3B-0DD3FCCCE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A40FA-9788-473A-A8BB-06DD12BEC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5EC7C-B073-4554-96A9-30A2D6FC7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71907-3DB4-4D79-AFCA-6D17F9B3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AD64-850D-4C4C-8AB7-EB8F5B120EA6}" type="datetimeFigureOut">
              <a:rPr lang="fr-CH" smtClean="0"/>
              <a:t>11.01.2019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D86D8-EB57-4141-98E3-19CF1C92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0D113-6799-48F9-90D9-87305BD2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C68B-4983-46C5-820C-46856E2EA36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4691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1285-99CD-4DB3-9C9B-B1D655B57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C4139-CB63-4C50-B24F-97BD697C6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388FD-6A12-4D3F-86FA-21C3801C8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AE7A2-7B6A-485D-8077-8A59F7964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B76796-4469-4E12-9F21-034C26BDE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859ADA-EFA7-41C3-ADC8-C2E69EDF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AD64-850D-4C4C-8AB7-EB8F5B120EA6}" type="datetimeFigureOut">
              <a:rPr lang="fr-CH" smtClean="0"/>
              <a:t>11.01.2019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3F268-32D3-4CE8-8336-366A7809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7A8D0A-118A-4970-A6D3-48D2A8B59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C68B-4983-46C5-820C-46856E2EA36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7533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E54B-AB5A-4735-AD7E-DEC509CA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04F468-716C-48CA-B6DA-9E7C0A01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AD64-850D-4C4C-8AB7-EB8F5B120EA6}" type="datetimeFigureOut">
              <a:rPr lang="fr-CH" smtClean="0"/>
              <a:t>11.01.2019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1ABD1-0C2B-4D49-8279-7CC9C35C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2F429-076F-4A50-8A5B-8454C026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C68B-4983-46C5-820C-46856E2EA36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9864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ED234-243F-4CF6-AE13-0197D6DC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AD64-850D-4C4C-8AB7-EB8F5B120EA6}" type="datetimeFigureOut">
              <a:rPr lang="fr-CH" smtClean="0"/>
              <a:t>11.01.2019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3D4DD-C5ED-4D68-9979-FDBF81BE5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DAF0D-46A7-464E-BC1A-1580FD64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C68B-4983-46C5-820C-46856E2EA36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405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2471B-A358-45A3-AF6B-0890762EC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95AC7-D448-4C92-B1D5-9CE0CD94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782C8-FD02-435E-959A-6329A78C3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7CD18-E9AD-402A-BADC-66965D778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AD64-850D-4C4C-8AB7-EB8F5B120EA6}" type="datetimeFigureOut">
              <a:rPr lang="fr-CH" smtClean="0"/>
              <a:t>11.01.2019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C413A-2354-4BE6-BB2B-DA7A87B4E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9578E-C0CF-45CE-9A43-6B16EFAFA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C68B-4983-46C5-820C-46856E2EA36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2567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1658E-BBA0-41DC-A2CF-317E0D98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F75EE7-660B-47A0-BF1C-689C535A3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BEBC3-26EB-4C9C-B362-7ECFED0D4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0AEA7-0EB4-49AF-BF69-573D7A7A5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AD64-850D-4C4C-8AB7-EB8F5B120EA6}" type="datetimeFigureOut">
              <a:rPr lang="fr-CH" smtClean="0"/>
              <a:t>11.01.2019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728D8-040C-4F78-B428-5D6E4FA3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F0CD4-D466-4F2E-890D-BBFE0C8A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C68B-4983-46C5-820C-46856E2EA36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81610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D71D-54CF-4E7A-89AA-297B4FB8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052A9-22E2-4E40-849C-CA5F264F4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B76F4-5C3E-4441-8FBC-54FB3410E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AD64-850D-4C4C-8AB7-EB8F5B120EA6}" type="datetimeFigureOut">
              <a:rPr lang="fr-CH" smtClean="0"/>
              <a:t>11.01.2019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030D5-C564-4665-95FB-AA51A8049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8A190-0680-4304-8203-A3257135B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C68B-4983-46C5-820C-46856E2EA36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3278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A157E8-D453-4040-B1AC-6091D7DB3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A7E67-49D0-467E-A159-949B8DB20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38F58-3F16-4B1A-AEC1-2EA8AA24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AD64-850D-4C4C-8AB7-EB8F5B120EA6}" type="datetimeFigureOut">
              <a:rPr lang="fr-CH" smtClean="0"/>
              <a:t>11.01.2019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86C1E-37DB-4FB1-8FE8-F730FCD0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F1133-46FB-404E-9574-A601323B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C68B-4983-46C5-820C-46856E2EA36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4865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C61F0-5704-48EC-B04D-50AD54F94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7E77D-2A67-4BC5-96DE-50A3B77E3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25A50-B04D-4DCF-9C2F-41E164C33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5AD64-850D-4C4C-8AB7-EB8F5B120EA6}" type="datetimeFigureOut">
              <a:rPr lang="fr-CH" smtClean="0"/>
              <a:t>11.01.2019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8810A-FD46-477A-9980-2491E6B58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55A7E-7710-448C-8C09-0A3615E99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EC68B-4983-46C5-820C-46856E2EA36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44496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10F49D-AEB8-42C6-B583-76D041235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60" y="0"/>
            <a:ext cx="120050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4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EF784D-1697-4565-957C-163257D12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5"/>
            <a:ext cx="12192000" cy="684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26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0A2F0B-4FF9-41C8-8CAA-F2433CFC7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60" y="0"/>
            <a:ext cx="120050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218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3CFFBD-9032-4671-9CB4-504E729B0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39"/>
            <a:ext cx="12192000" cy="683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14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4F3B78-058C-4530-B596-B9CC794C9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637" y="2133600"/>
            <a:ext cx="6562725" cy="2590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40D11A-4808-45B6-BD81-1FA8167F2102}"/>
              </a:ext>
            </a:extLst>
          </p:cNvPr>
          <p:cNvSpPr txBox="1"/>
          <p:nvPr/>
        </p:nvSpPr>
        <p:spPr>
          <a:xfrm>
            <a:off x="5635690" y="1287624"/>
            <a:ext cx="651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/>
              <a:t>biker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335804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F6960A-4DA8-4BA4-BBBB-58B3F7D60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0" y="2214562"/>
            <a:ext cx="5257800" cy="24288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120EFA-3A93-4768-BF70-A5987EC658C5}"/>
              </a:ext>
            </a:extLst>
          </p:cNvPr>
          <p:cNvSpPr txBox="1"/>
          <p:nvPr/>
        </p:nvSpPr>
        <p:spPr>
          <a:xfrm>
            <a:off x="5599197" y="1505053"/>
            <a:ext cx="993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/>
              <a:t>category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20126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DCE10A-C847-4CB0-A18C-F774161E8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487" y="1895475"/>
            <a:ext cx="5153025" cy="3067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8ACB65-2ED3-466D-AB6D-9F14B3790079}"/>
              </a:ext>
            </a:extLst>
          </p:cNvPr>
          <p:cNvSpPr txBox="1"/>
          <p:nvPr/>
        </p:nvSpPr>
        <p:spPr>
          <a:xfrm>
            <a:off x="5804060" y="1282231"/>
            <a:ext cx="583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race</a:t>
            </a:r>
          </a:p>
        </p:txBody>
      </p:sp>
    </p:spTree>
    <p:extLst>
      <p:ext uri="{BB962C8B-B14F-4D97-AF65-F5344CB8AC3E}">
        <p14:creationId xmlns:p14="http://schemas.microsoft.com/office/powerpoint/2010/main" val="2782725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19844-FA37-4211-A77E-4FA4DBE10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347912"/>
            <a:ext cx="5943600" cy="21621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C68A10-C943-4533-81C9-75EADA78CC48}"/>
              </a:ext>
            </a:extLst>
          </p:cNvPr>
          <p:cNvSpPr txBox="1"/>
          <p:nvPr/>
        </p:nvSpPr>
        <p:spPr>
          <a:xfrm>
            <a:off x="5341883" y="1468673"/>
            <a:ext cx="150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/>
              <a:t>race_category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222596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0AE820-CC83-46E1-BCB0-4222DFE45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625" y="2109787"/>
            <a:ext cx="6762750" cy="2638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AF8981-C170-4B49-AF1E-4C1B0DB1CF23}"/>
              </a:ext>
            </a:extLst>
          </p:cNvPr>
          <p:cNvSpPr txBox="1"/>
          <p:nvPr/>
        </p:nvSpPr>
        <p:spPr>
          <a:xfrm>
            <a:off x="5050649" y="1255010"/>
            <a:ext cx="2090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/>
              <a:t>biker_race_category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231346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1B0169-922D-4545-B47F-77A7D7945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262" y="1266825"/>
            <a:ext cx="7991475" cy="43243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966500-38EC-40BF-8B1D-FF461A786444}"/>
              </a:ext>
            </a:extLst>
          </p:cNvPr>
          <p:cNvSpPr txBox="1"/>
          <p:nvPr/>
        </p:nvSpPr>
        <p:spPr>
          <a:xfrm>
            <a:off x="5604005" y="637306"/>
            <a:ext cx="9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standing</a:t>
            </a:r>
          </a:p>
        </p:txBody>
      </p:sp>
    </p:spTree>
    <p:extLst>
      <p:ext uri="{BB962C8B-B14F-4D97-AF65-F5344CB8AC3E}">
        <p14:creationId xmlns:p14="http://schemas.microsoft.com/office/powerpoint/2010/main" val="674592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8E0740-E120-497F-B3F9-8251306D5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912" y="2014537"/>
            <a:ext cx="6734175" cy="28289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4C9BF9-6D05-4CD5-B77E-BEE86AE4B62C}"/>
              </a:ext>
            </a:extLst>
          </p:cNvPr>
          <p:cNvSpPr txBox="1"/>
          <p:nvPr/>
        </p:nvSpPr>
        <p:spPr>
          <a:xfrm>
            <a:off x="5301807" y="1207415"/>
            <a:ext cx="1588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/>
              <a:t>race_standings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761354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5623AA-D9B9-40FB-B450-D84015F30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01" y="669830"/>
            <a:ext cx="3535543" cy="1395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AB3C20-6ADD-4C0D-B11B-E1C410120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434" y="1477998"/>
            <a:ext cx="3381374" cy="1319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DA409C-5B97-42C7-ADF6-6915A9768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09" y="4849217"/>
            <a:ext cx="3366126" cy="1555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BFC9A4-F2B5-4E83-91CF-C9AAD4FC03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01" y="2400922"/>
            <a:ext cx="2944912" cy="1752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906F71-CE4C-447A-8FB0-609F5BB888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434" y="3429000"/>
            <a:ext cx="3836759" cy="13957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6BF4FB-3798-483D-9E0B-8209C4CC6D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847" y="304740"/>
            <a:ext cx="3905153" cy="16404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B8A949-075B-4993-9286-FB0D344F2D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986" y="4077330"/>
            <a:ext cx="4123256" cy="223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46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</Words>
  <Application>Microsoft Office PowerPoint</Application>
  <PresentationFormat>Widescreen</PresentationFormat>
  <Paragraphs>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Massimo Fauro</dc:creator>
  <cp:lastModifiedBy>Massimo Fauro</cp:lastModifiedBy>
  <cp:revision>2</cp:revision>
  <cp:lastPrinted>2019-01-11T06:55:43Z</cp:lastPrinted>
  <dcterms:created xsi:type="dcterms:W3CDTF">2019-01-11T06:24:50Z</dcterms:created>
  <dcterms:modified xsi:type="dcterms:W3CDTF">2019-01-11T06:56:54Z</dcterms:modified>
</cp:coreProperties>
</file>